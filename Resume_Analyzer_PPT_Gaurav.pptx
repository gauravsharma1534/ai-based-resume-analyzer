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Resume Analyzer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NLP  ·  NLTK  ·  Scikit-learn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0" y="2606040"/>
            <a:ext cx="4572000" cy="36576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889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Roll No: 23BDA70050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Data Science  |  Chandigarh University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2024-25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Akhil Nigam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Introduction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Problem Statement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Objectives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Tech Stack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System Architecture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Modules &amp; Functions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How It Works (Flow)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NLP Preprocessing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86868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ATS Scoring Logic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Output &amp; Screenshots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Batch Mode Demo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Suggestions Feature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Testing &amp; Results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Limitations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Conclusion &amp; Future Work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companies receive hundreds of resumes for a single job posting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spend hours manually reading and filtering resumes — slow and error-prone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companies use ATS (Applicant Tracking System) software to filter resumes automatically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often get rejected not because they are unqualified, but because their resume doesn't have the right keywords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Python tool that automatically parses resumes and checks how well they match a given Job Description (JD)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NLP techniques like TF-IDF and cosine similarity to give an ATS compatibility score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100+ resume formats and cut manual screening time by ~70%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 Statement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43584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resume screening is time-consuming — 1 recruiter can check only ~20-30 resumes/hour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Inconsistency — different HR people may judge the same resume differently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don't know why they are rejected or how to improve their resume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good candidates are filtered out just because of keyword mismatch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Python tool that reads the resume and compares it with the JD automatically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numeric ATS score so the candidate knows exactly where they stand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which keywords are matched and which are missing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5x faster than human review and work on PDF, DOCX, and TXT formats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Objectives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resume files in PDF, DOCX, and TXT formats automatically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key information: Name, Email, Phone, Education, Skills, Experience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which sections are present in the resume (Education, Experience, Projects, etc.)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resume against a Job Description using TF-IDF and cosine similarity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 overall ATS compatibility score out of 100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matched and missing keywords so the user can improve their resume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batch processing — analyze multiple resumes at once and rank them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analysis report as a JSON file for future reference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Tech Stack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41248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754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programming 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NLTK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Tokenization, stopwords removal, stemming (PorterStemmer)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Vectorizer, Cosine Similarity for ATS scoring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pdfplumber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text from PDF resume 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python-docx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text from DOCX resume 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 (regex)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email, phone, name using pattern matching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analysis report to JSON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System Architecture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 — step by step: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100584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1234440"/>
            <a:ext cx="1188720" cy="5486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234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97480" y="132588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gives resume file (PDF/DOCX/TXT) and a Job Description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856232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856232"/>
            <a:ext cx="100584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85623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1856232"/>
            <a:ext cx="1188720" cy="5486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185623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97480" y="194767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reads the file and extracts all text using pdfplumber / python-docx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78024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478024"/>
            <a:ext cx="100584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47802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71600" y="2478024"/>
            <a:ext cx="1188720" cy="5486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247802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97480" y="25694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+ pattern matching extracts Name, Email, Phone, Skills, Education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099816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099816"/>
            <a:ext cx="100584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0998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371600" y="3099816"/>
            <a:ext cx="1188720" cy="5486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30998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CLEAN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97480" y="319125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tokenizes text, removes stopwords, applies Porter Stemming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721608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721608"/>
            <a:ext cx="100584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72160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371600" y="3721608"/>
            <a:ext cx="1188720" cy="5486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37216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97480" y="381304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vectorizes resume+JD, cosine similarity gives match score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4343400"/>
            <a:ext cx="100584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3434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371600" y="4343400"/>
            <a:ext cx="1188720" cy="5486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71600" y="43434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697480" y="443484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ATS score, matched/missing keywords, suggestions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Modules and Functions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41248"/>
          <a:ext cx="84124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754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load_resume(filepath)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Auto-detects file type and calls the right extractor (PDF/DOCX/TXT)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parse_resume(text)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parsing function — extracts all candidate info into a 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extract_email(text)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regex to find email address in resume 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extract_phone(text)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regex to detect phone number patterns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extract_skills(text)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text against a list of 40+ tech and soft skills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compute_similarity(r, jd)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vectorizes both texts and computes cosine similarity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compute_keyword_score(r, jd)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which JD keywords are present/missing in resume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compute_ats_score(r, jd, p)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all scores into final ATS score (0-100)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generate_suggestions(p, s)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list of improvement tips based on results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save_report(p, s)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Saves full analysis to a JSON 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NLP Preprocessing Steps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text is cleaned before scoring: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219456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132588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all text to lowercase so 'Python' and 'python' are treated the same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856232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856232"/>
            <a:ext cx="219456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562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Punctuation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194767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commas, dots, brackets and other non-alphanumeric characters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478024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78024"/>
            <a:ext cx="219456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7802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25694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text into individual words/tokens using NLTK word_tokenize()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099816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099816"/>
            <a:ext cx="219456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9981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 Removal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51760" y="319125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common words like 'the', 'is', 'and' that don't add meaning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721608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721608"/>
            <a:ext cx="219456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216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1760" y="381304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words to their root form — 'learning' → 'learn', 'worked' → 'work'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343400"/>
            <a:ext cx="219456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43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51760" y="443484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final token lists into numerical vectors for similarity computation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ATS Scoring Logic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ATS Score = Weighted combination of 3 components: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893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Similarity (40%)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55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 resume and JD using TF-IDF, then compute cosine similarity. Measures overall content match.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841248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408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 Score (35%)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70662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JD and check how many unique JD keywords appear in the resume. Direct keyword coverage.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841248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3924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Score (25%)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75818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resume has all important sections: Contact, Education, Experience, Skills, Projects, Certifications.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315968"/>
            <a:ext cx="841248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31596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Score = (0.40 × Similarity) + (0.35 × Keyword Score) + (0.25 × Section Score)  →  Capped at 100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Output and Screenshots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68680"/>
            <a:ext cx="4114800" cy="2743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3268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93268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93268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161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Main Menu 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options on launch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868680"/>
            <a:ext cx="411480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868680"/>
            <a:ext cx="4114800" cy="2743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93268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93268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93268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2161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Candidate Info 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1828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info from resume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788920"/>
            <a:ext cx="411480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788920"/>
            <a:ext cx="4114800" cy="2743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85292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85292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285292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1363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ATS Score Output ]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749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+ Keyword score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788920"/>
            <a:ext cx="411480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788920"/>
            <a:ext cx="4114800" cy="2743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85292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0" y="285292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285292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1363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Suggestions &amp; Save ]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3749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JSON report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Batch Mode — Analyze Multiple Resumes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point the tool to a folder and analyze all resumes at once: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Batch Mode Works: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09344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gives a folder path containing PDF/DOCX/TXT resume files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processes each file one by one automatically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resume is parsed and scored against the same Job Description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are sorted by ATS score (highest to lowest)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0040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286000"/>
                <a:gridCol w="164592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ATS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gaurav_sharma.pdf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Gaurav Sharma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priya_verma.docx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Verma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neha_kapoor.pdf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Neha Kapoor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rahul_mehta.pdf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 Mehta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ankit_singh.txt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Ankit Singh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Improvement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Testing and Results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41248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286000"/>
                <a:gridCol w="2560320"/>
                <a:gridCol w="118872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parsing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PDF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extracted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DOCX parsing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DOCX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extracted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TXT parsing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TXT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extracted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extraction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with 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found correctly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extraction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with phone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found correctly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ATS scoring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+ JD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0-100 computed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matching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+ JD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Matched/missing shown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Folder of resumes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files ranked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report save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file created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file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.xlsx 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msg shown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Limitations and Future Work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3931920" cy="35661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41248"/>
            <a:ext cx="3931920" cy="38404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298448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 — only command 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read scanned/image PDFs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extraction is not always accurate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support for image-based resumes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only in English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API not integrated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41248"/>
            <a:ext cx="4206240" cy="35661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841248"/>
            <a:ext cx="4206240" cy="384048"/>
          </a:xfrm>
          <a:prstGeom prst="rect">
            <a:avLst/>
          </a:prstGeom>
          <a:solidFill>
            <a:srgbClr val="1A7A1A"/>
          </a:solidFill>
          <a:ln w="12700">
            <a:solidFill>
              <a:srgbClr val="1A7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8412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298448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Flask web app for GUI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OCR for scanned PDFs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BERT for better semantic match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LinkedIn / job portals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Auto-suggest resume improvements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multiple languages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Conclusion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achieved in this project: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working resume parser that handles PDF, DOCX, and TXT formats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NLP pipeline using NLTK — tokenization, stopword removal, stemming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TF-IDF + cosine similarity to give a meaningful ATS compatibility score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keyword matching system that shows exactly what is missing from the resume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batch mode to compare and rank multiple candidates at once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processes resumes 5x faster than manual review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screening time by ~70% in test scenarios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8229600" cy="6217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490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taught me how to apply NLP and ML in a real-world use case that actually solves a problem.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0" y="3108960"/>
            <a:ext cx="4572000" cy="36576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Roll No: 23BDA70050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Data Science  |  Chandigarh University  |  2024-25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Resume Analyzer</dc:title>
  <dc:subject>PptxGenJS Presentation</dc:subject>
  <dc:creator>Gaurav Sharma</dc:creator>
  <cp:lastModifiedBy>Gaurav Sharma</cp:lastModifiedBy>
  <cp:revision>1</cp:revision>
  <dcterms:created xsi:type="dcterms:W3CDTF">2026-05-30T17:29:56Z</dcterms:created>
  <dcterms:modified xsi:type="dcterms:W3CDTF">2026-05-30T17:29:56Z</dcterms:modified>
</cp:coreProperties>
</file>